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1122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34440"/>
            <a:ext cx="10817352" cy="4389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ar-YE"/>
          </a:p>
        </p:txBody>
      </p:sp>
      <p:sp>
        <p:nvSpPr>
          <p:cNvPr id="3" name="Text 1"/>
          <p:cNvSpPr/>
          <p:nvPr/>
        </p:nvSpPr>
        <p:spPr>
          <a:xfrm>
            <a:off x="1097280" y="15544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Resilience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Privacy-first, offline-ready, context-aware prevention for desk workers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834640"/>
            <a:ext cx="9875520" cy="149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early risk patterns: MSK strain • eye strain • burnout • dehydration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safe, non-diagnostic recommendations + reminders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AI: works offline (Ollama) with optional online models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impact: weekly metrics + progress tracking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5166360"/>
            <a:ext cx="9966960" cy="457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7" name="Text 5"/>
          <p:cNvSpPr/>
          <p:nvPr/>
        </p:nvSpPr>
        <p:spPr>
          <a:xfrm>
            <a:off x="1097280" y="5285232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Good Hackathon 2026 • Team submission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Problem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1051560"/>
            <a:ext cx="10972800" cy="5349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ar-YE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Sedentary work silently drives a health decline cycle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workday pattern: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9659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neck/back pain → fatigue → reduced focus → stress → worse sleep → burnout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514600"/>
            <a:ext cx="10332720" cy="149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Musculoskeletal strain &amp; repetitive injury (neck/shoulders/back)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eye strain (dry eyes, headache, blurred vision)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overload → burnout → reduced performance &amp; quality of life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hydration + poor sleep recovery amplify all other risks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48920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tools fall short: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51663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apps track data but don't translate it into actionable guidance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Cloud-only AI can be unrealistic (low connectivity) and raises privacy concerns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13" name="Text 11"/>
          <p:cNvSpPr/>
          <p:nvPr/>
        </p:nvSpPr>
        <p:spPr>
          <a:xfrm>
            <a:off x="548640" y="6601968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Good Hackathon 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660196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Resilience 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helps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1051560"/>
            <a:ext cx="5577840" cy="5349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ar-YE"/>
          </a:p>
        </p:txBody>
      </p:sp>
      <p:sp>
        <p:nvSpPr>
          <p:cNvPr id="6" name="Shape 4"/>
          <p:cNvSpPr/>
          <p:nvPr/>
        </p:nvSpPr>
        <p:spPr>
          <a:xfrm>
            <a:off x="6263640" y="1051560"/>
            <a:ext cx="5394960" cy="5349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ar-YE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600200"/>
            <a:ext cx="52120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&amp; remote desk workers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workers with long screen hours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posture pain, fatigue, or eye strain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Privacy-conscious users (local-first)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1234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Good relevance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1600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Humanitarian / low-resource settings: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18745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workload + chronic stress + limited recovery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internet → offline mode matters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staff wellbeing → protects community services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0" y="4206240"/>
            <a:ext cx="4846320" cy="205740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13" name="Text 11"/>
          <p:cNvSpPr/>
          <p:nvPr/>
        </p:nvSpPr>
        <p:spPr>
          <a:xfrm>
            <a:off x="6903720" y="4389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persona (demo)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03720" y="4709160"/>
            <a:ext cx="4480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Ahmed, rural humanitarian project manager — extreme risk due to continuous sitting, dehydration, screen overload, and stress. The platform detects the pattern early and proposes realistic interventions.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16" name="Text 14"/>
          <p:cNvSpPr/>
          <p:nvPr/>
        </p:nvSpPr>
        <p:spPr>
          <a:xfrm>
            <a:off x="548640" y="6601968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Good Hackathon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660196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Resilience 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Solution design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1051560"/>
            <a:ext cx="10972800" cy="2148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ar-YE"/>
          </a:p>
        </p:txBody>
      </p:sp>
      <p:sp>
        <p:nvSpPr>
          <p:cNvPr id="6" name="Shape 4"/>
          <p:cNvSpPr/>
          <p:nvPr/>
        </p:nvSpPr>
        <p:spPr>
          <a:xfrm>
            <a:off x="685800" y="3337560"/>
            <a:ext cx="10972800" cy="3063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ar-YE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 structured input → local storage → contextual memory → guidance + reminders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6916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10332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• Workspace • Longitudinal (labs)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MSK • Eye • Mental • Hydration • Productivity • Recovery/Sleep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• Reminders • Context • Reports • Settings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Risk scores + weekly impact metrics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3566160"/>
            <a:ext cx="2331720" cy="658368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11" name="Text 9"/>
          <p:cNvSpPr/>
          <p:nvPr/>
        </p:nvSpPr>
        <p:spPr>
          <a:xfrm>
            <a:off x="914400" y="363931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(tabs)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3730752"/>
            <a:ext cx="274320" cy="329184"/>
          </a:xfrm>
          <a:prstGeom prst="rightArrow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13" name="Shape 11"/>
          <p:cNvSpPr/>
          <p:nvPr/>
        </p:nvSpPr>
        <p:spPr>
          <a:xfrm>
            <a:off x="3611880" y="3566160"/>
            <a:ext cx="2331720" cy="658368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14" name="Text 12"/>
          <p:cNvSpPr/>
          <p:nvPr/>
        </p:nvSpPr>
        <p:spPr>
          <a:xfrm>
            <a:off x="3611880" y="363931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JSON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(storage)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89320" y="3730752"/>
            <a:ext cx="274320" cy="329184"/>
          </a:xfrm>
          <a:prstGeom prst="rightArrow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16" name="Shape 14"/>
          <p:cNvSpPr/>
          <p:nvPr/>
        </p:nvSpPr>
        <p:spPr>
          <a:xfrm>
            <a:off x="6309360" y="3566160"/>
            <a:ext cx="2331720" cy="658368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17" name="Text 15"/>
          <p:cNvSpPr/>
          <p:nvPr/>
        </p:nvSpPr>
        <p:spPr>
          <a:xfrm>
            <a:off x="6309360" y="363931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(memory layer)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0" y="3730752"/>
            <a:ext cx="274320" cy="329184"/>
          </a:xfrm>
          <a:prstGeom prst="rightArrow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19" name="Shape 17"/>
          <p:cNvSpPr/>
          <p:nvPr/>
        </p:nvSpPr>
        <p:spPr>
          <a:xfrm>
            <a:off x="9006840" y="3566160"/>
            <a:ext cx="2331720" cy="658368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20" name="Text 18"/>
          <p:cNvSpPr/>
          <p:nvPr/>
        </p:nvSpPr>
        <p:spPr>
          <a:xfrm>
            <a:off x="9006840" y="363931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(scores + advice)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434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Offline-ready by default. AI is optional and can run locally (Ollama) or online if configured.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23" name="Text 21"/>
          <p:cNvSpPr/>
          <p:nvPr/>
        </p:nvSpPr>
        <p:spPr>
          <a:xfrm>
            <a:off x="548640" y="6601968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Good Hackathon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660196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Resilience 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How AI is used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1051560"/>
            <a:ext cx="5577840" cy="5349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ar-YE"/>
          </a:p>
        </p:txBody>
      </p:sp>
      <p:sp>
        <p:nvSpPr>
          <p:cNvPr id="6" name="Shape 4"/>
          <p:cNvSpPr/>
          <p:nvPr/>
        </p:nvSpPr>
        <p:spPr>
          <a:xfrm>
            <a:off x="6263640" y="1051560"/>
            <a:ext cx="5394960" cy="5349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ar-YE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capabilities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600200"/>
            <a:ext cx="52120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pattern detection (e.g., hydration + headache + screen time + poor sleep)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flagging with explainable drivers (0–100 scores)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recommendation generation (non-diagnostic)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plans: tasks + reminders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1234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(offline-first)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16002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 via Ollama (no data leaves device)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online models when available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fallback: rules/templated guidance if AI unavailable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0" y="4206240"/>
            <a:ext cx="4846320" cy="205740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12" name="Text 10"/>
          <p:cNvSpPr/>
          <p:nvPr/>
        </p:nvSpPr>
        <p:spPr>
          <a:xfrm>
            <a:off x="6903720" y="4389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guardrails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470916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diagnosis. Urgent warnings for severe symptoms or concerning signals. Clear escalation guidance to seek professional care.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15" name="Text 13"/>
          <p:cNvSpPr/>
          <p:nvPr/>
        </p:nvSpPr>
        <p:spPr>
          <a:xfrm>
            <a:off x="548640" y="6601968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Good Hackathon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660196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Resilience 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Prototype (Working app)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prototype with modular tabs and local JSON storage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10972800" cy="53035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ar-YE"/>
          </a:p>
        </p:txBody>
      </p:sp>
      <p:pic>
        <p:nvPicPr>
          <p:cNvPr id="7" name="Image 0" descr="/mnt/data/Screenshot 2026-02-15 2134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50458"/>
            <a:ext cx="10607040" cy="44714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9" name="Text 6"/>
          <p:cNvSpPr/>
          <p:nvPr/>
        </p:nvSpPr>
        <p:spPr>
          <a:xfrm>
            <a:off x="548640" y="6601968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Good Hackathon 2026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0" y="660196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Resilience 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output: Action Center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synthesis: summary of risks + actionable recommendations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10972800" cy="53035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ar-YE"/>
          </a:p>
        </p:txBody>
      </p:sp>
      <p:pic>
        <p:nvPicPr>
          <p:cNvPr id="7" name="Image 0" descr="/mnt/data/Screenshot 2026-02-15 2134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473" y="1417320"/>
            <a:ext cx="9937453" cy="4937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9" name="Text 6"/>
          <p:cNvSpPr/>
          <p:nvPr/>
        </p:nvSpPr>
        <p:spPr>
          <a:xfrm>
            <a:off x="548640" y="6601968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Good Hackathon 2026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0" y="660196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Resilience 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Dashboard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risk overview (WHI + domain scores, 0–100)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10972800" cy="53035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ar-YE"/>
          </a:p>
        </p:txBody>
      </p:sp>
      <p:pic>
        <p:nvPicPr>
          <p:cNvPr id="7" name="Image 0" descr="/mnt/data/Screenshot 2026-02-15 2134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66" y="1417320"/>
            <a:ext cx="10308268" cy="4937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9" name="Text 6"/>
          <p:cNvSpPr/>
          <p:nvPr/>
        </p:nvSpPr>
        <p:spPr>
          <a:xfrm>
            <a:off x="548640" y="6601968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Good Hackathon 2026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0" y="660196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Resilience AI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metrics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1051560"/>
            <a:ext cx="10972800" cy="5349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ar-YE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 indicators (behavior change)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Sedentary time reduction: avg seated block hours (this week vs last week)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 compliance %: compliant days / total days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improvement trend: weekly avg sleep hours (+/–)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completed: adherence count per week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days avoided: # days with WHI ≥ 60 (week-over-week)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4892040"/>
            <a:ext cx="10332720" cy="123444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9" name="Text 7"/>
          <p:cNvSpPr/>
          <p:nvPr/>
        </p:nvSpPr>
        <p:spPr>
          <a:xfrm>
            <a:off x="1234440" y="507492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judges care: these metrics demonstrate measurable change, not just tracking.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54406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updates automatically from local history (e.g., last 7 days vs previous 7 days).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12" name="Text 10"/>
          <p:cNvSpPr/>
          <p:nvPr/>
        </p:nvSpPr>
        <p:spPr>
          <a:xfrm>
            <a:off x="548640" y="6601968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Good Hackathon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660196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Resilience AI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 ()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1051560"/>
            <a:ext cx="10972800" cy="5349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ar-YE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— rural humanitarian project manager (extreme risk)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10–14 hour days, constant calls &amp; reporting, limited rest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Hot/noisy office, weak internet, laptop-only setup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 drops, caffeine increases, screen time continuous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3375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detection (cross-domain):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6118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dehydration + headaches + eye strain + poor sleep → risk escalation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MSK tension + poor posture → chronic pain risk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overload signals → burnout risk flagging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48920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516636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stabilization plan + 7-day realistic habit plan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(hydration / micro-breaks / 20-20-20)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escalations when severe symptoms appear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14" name="Text 12"/>
          <p:cNvSpPr/>
          <p:nvPr/>
        </p:nvSpPr>
        <p:spPr>
          <a:xfrm>
            <a:off x="548640" y="6601968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Good Hackathon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660196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Resilience AI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AI: privacy &amp; safety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1051560"/>
            <a:ext cx="10972800" cy="5349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ar-YE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trust in real-world settings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Privacy-first: local JSON storage, no automatic uploads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Offline-ready: works without internet; optional online AI when configured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Non-diagnostic: focuses on prevention &amp; behavior change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urgent warnings for high-risk signals; clear escalation guidance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scores + top drivers shown to the user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4892040"/>
            <a:ext cx="10332720" cy="123444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9" name="Text 7"/>
          <p:cNvSpPr/>
          <p:nvPr/>
        </p:nvSpPr>
        <p:spPr>
          <a:xfrm>
            <a:off x="1234440" y="512064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Good principle: prevention improves wellbeing and reduces burnout-related service disruption.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11" name="Text 9"/>
          <p:cNvSpPr/>
          <p:nvPr/>
        </p:nvSpPr>
        <p:spPr>
          <a:xfrm>
            <a:off x="548640" y="6601968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Good Hackathon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660196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Resilience AI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91695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4" name="Text 2"/>
          <p:cNvSpPr/>
          <p:nvPr/>
        </p:nvSpPr>
        <p:spPr>
          <a:xfrm>
            <a:off x="54864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next steps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1051560"/>
            <a:ext cx="10972800" cy="5349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ar-YE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testing with desk workers and humanitarian staff (user feedback loops)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personalization: adaptive reminders + trend-based coaching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impact indicators (focus time, pain days avoided, sleep quality)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lightweight desktop/mobile-friendly app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with organizations for workforce wellbeing programs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4892040"/>
            <a:ext cx="10332720" cy="1234440"/>
          </a:xfrm>
          <a:prstGeom prst="roundRect">
            <a:avLst/>
          </a:prstGeom>
          <a:solidFill>
            <a:srgbClr val="0E1A2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9" name="Text 7"/>
          <p:cNvSpPr/>
          <p:nvPr/>
        </p:nvSpPr>
        <p:spPr>
          <a:xfrm>
            <a:off x="1234440" y="507492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link: [Add GitHub / Hugging Face Space URL]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[Add email]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ar-YE"/>
          </a:p>
        </p:txBody>
      </p:sp>
      <p:sp>
        <p:nvSpPr>
          <p:cNvPr id="11" name="Text 9"/>
          <p:cNvSpPr/>
          <p:nvPr/>
        </p:nvSpPr>
        <p:spPr>
          <a:xfrm>
            <a:off x="548640" y="6601968"/>
            <a:ext cx="5669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Good Hackathon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6601968"/>
            <a:ext cx="5212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Resilience 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956</Words>
  <Application>Microsoft Office PowerPoint</Application>
  <PresentationFormat>Widescreen</PresentationFormat>
  <Paragraphs>139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محمد قاسم</cp:lastModifiedBy>
  <cp:revision>2</cp:revision>
  <dcterms:created xsi:type="dcterms:W3CDTF">2026-02-15T18:49:37Z</dcterms:created>
  <dcterms:modified xsi:type="dcterms:W3CDTF">2026-02-15T19:27:48Z</dcterms:modified>
</cp:coreProperties>
</file>